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SpaceX Falcon 9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Landing Success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IBM Applied Data Science Capstone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End‑to‑End Analytics • Visualization • Machine Learning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Prepared by: Sonal Kumari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© IBM Capstone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Objective: Predict Falcon 9 first‑stage landing success to support reusability decisions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Data collected via SpaceX API, web scraping, and SQL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EDA performed using visualization, SQL, and interactive maps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Interactive dashboard built with Plotly Dash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Best model: K‑Nearest Neighbors (~89% accuracy)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Reusable boosters reduce launch costs significantly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Landing failures increase operational risk and cost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Goal: Use historical data to predict landing success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Approach: Data science + visualization + ML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755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Data Sources: SpaceX API, Wikipedia (scraping), SQLite (SQL)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Wrangling: Cleaning, feature engineering, label creation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EDA: Charts, SQL aggregations, interactive maps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Modeling: Logistic Regression, SVM, Decision Tree, KNN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Landing success improves over time with flight experience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Certain orbits (LEO, ISS) show higher success rates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CCAFS SLC‑40 is the most frequently used launch site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Heavier payloads become more successful in later 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Geospatial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Launch sites mapped using Folium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Sites located near coastlines to ensure safety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Green markers: successful landings • Red: failures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Proximity to cities and railways remains minimal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Launch site dropdown enables site‑wise analysis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Payload range slider filters missions dynamically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Pie chart shows success distribution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Scatter plot reveals payload vs success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Features standardized for fair model comparison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Train‑test split with cross‑validation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Models evaluated using accuracy and confusion matrix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KNN achieved highest accuracy (~89%)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Landing success is predictable using historical data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Payload mass, orbit type, and launch site are key drivers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Data‑driven insights support SpaceX reusability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End‑to‑end data science pipeline successfully implemented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Interactive analytics enhance decision‑making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Future: weather data, deep learning, real‑time prediction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Dashboard can be deployed for operational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